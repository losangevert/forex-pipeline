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565C0"/>
                </a:solidFill>
              </a:defRPr>
            </a:pPr>
            <a:r>
              <a:t>Suivi des taux de change multi-devises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565C0"/>
                </a:solidFill>
              </a:defRPr>
            </a:pPr>
            <a:r>
              <a:t>Plateforme d'orchestration Airflow • Frankfurter API • Metabase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474720"/>
            <a:ext cx="2743200" cy="274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</a:defRPr>
            </a:pPr>
            <a:r>
              <a:t>Projet final — Cours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</a:defRPr>
            </a:pPr>
            <a:r>
              <a:t>👤 Lucas • Orateur 2 • Orateur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</a:defRPr>
            </a:pPr>
            <a:r>
              <a:t>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</a:defRPr>
            </a:pPr>
            <a:r>
              <a:t>Contexte &amp; Objectifs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27432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74320"/>
            <a:ext cx="2286000" cy="3657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  🎤 Orateur 1 —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t>2/10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  <a:r>
              <a:t>🎯 Objectif :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  <a:r>
              <a:t>      Plateforme automatisée d'ingestion et d'analyse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  <a:r>
              <a:t>      des taux de change multi-devises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  <a:r>
              <a:t>📊 API utilisée : Frankfurter (taux ECB quotidiens)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  <a:r>
              <a:t>🔄 Pipeline complet :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  <a:r>
              <a:t>      Extraction → Stockage → Transformation → QC → Analyse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  <a:r>
              <a:t>📈 Visualisation : Metabase pour les KPIs métier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  <a:r>
              <a:t>⚙️ Stack technique : Airflow 2.10.5 / PostgreSQL 16 / Metabase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  <a:r>
              <a:t>      Docker Compose • VPS OVH • GitHub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</a:defRPr>
            </a:pPr>
            <a:r>
              <a:t>Architecture technique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27432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74320"/>
            <a:ext cx="2286000" cy="3657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  🎤 Orateur 1 —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t>3/10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228600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Frankfurter API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https://api.frankfurter.app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828800"/>
            <a:ext cx="228600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Airflow Scheduler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DAG @hourly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828800"/>
            <a:ext cx="2286000" cy="109728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PostgreSQL 16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forex DB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3657600"/>
            <a:ext cx="228600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Airflow Webserver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UI • port 8080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3657600"/>
            <a:ext cx="2286000" cy="109728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Metabase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Dashboards • port 3000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Docker Compose sur VPS OVH (Debian trixie) — 7.6 Go RAM, 74 Go disque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</a:defRPr>
            </a:pPr>
            <a:r>
              <a:t>Pipeline Airflow (DAG)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27432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74320"/>
            <a:ext cx="2286000" cy="3657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  🎤 Orateur 2 —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t>4/10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</a:defRPr>
            </a:pPr>
            <a:r>
              <a:t>forex_exchange_rate_pipeline — 7 tâches (TaskFlow API @dag/@task)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1371600" cy="7315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1. extract_raw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API Frankfurter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2286000"/>
            <a:ext cx="1371600" cy="7315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2. store_raw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JSONB → raw_rates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286000"/>
            <a:ext cx="1645920" cy="7315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3. transform_validate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QC 5 dimensions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286000"/>
            <a:ext cx="1371600" cy="7315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4. load_valid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UPSERT → exchange_rates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286000"/>
            <a:ext cx="1371600" cy="7315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5. load_graveyard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Lignes invalides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92640" y="2286000"/>
            <a:ext cx="1645920" cy="7315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6. detect_anomalies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Seuil 2%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657600"/>
            <a:ext cx="1828800" cy="7315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7. log_pipeline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Statut complet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</a:defRPr>
            </a:pPr>
            <a:r>
              <a:t>⚙️ Config externalisée : forex_currencies, forex_alert_threshold, forex_api_base</a:t>
            </a:r>
            <a:br/>
            <a:r>
              <a:t>🔄 Idempotent : ON CONFLICT DO NOTHING</a:t>
            </a:r>
            <a:br/>
            <a:r>
              <a:t>🛡️ Retries + timeouts : extract_raw (x2), load_valid (x2), log_pipeline (x2)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</a:defRPr>
            </a:pPr>
            <a:r>
              <a:t>Contrôle qualité des données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27432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74320"/>
            <a:ext cx="2286000" cy="3657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  🎤 Orateur 2 — 1 min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t>5/10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</a:defRPr>
            </a:pPr>
            <a:r>
              <a:t>✅  Complétude   — Vérifie que chaque paire attendue est présente dans la réponse API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</a:defRPr>
            </a:pPr>
            <a:r>
              <a:t>✅  Cohérence    — Les taux sont des nombres &gt; 0 (sinon → cimetière)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</a:defRPr>
            </a:pPr>
            <a:r>
              <a:t>✅  Fraîcheur    — La date ne dépasse pas le seuil (Variable forex_freshness_hours)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</a:defRPr>
            </a:pPr>
            <a:r>
              <a:t>✅  Unicité      — Contrainte UNIQUE (currency_pair, rate_date) + ON CONFLICT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</a:defRPr>
            </a:pPr>
            <a:r>
              <a:t>✅  Structure    — Vérification de la clé 'rates' et du format JSON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</a:defRPr>
            </a:pPr>
            <a:r>
              <a:t>🗑️  Lignes rejetées → data_quality_graveyard (cimetière tracé)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</a:defRPr>
            </a:pPr>
            <a:r>
              <a:t>📊  Pipeline log : 1 entrée par exécution (status, reçues, valides, rejetées, insérées)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</a:defRPr>
            </a:pPr>
            <a:r>
              <a:t>Détection d'anomalies (Alertes)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27432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74320"/>
            <a:ext cx="2286000" cy="3657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  🎤 Orateur 2 —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t>6/10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🔍  Comparaison entre le taux actuel et le taux précédent en base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📐  Calcul : |taux_n - taux_n-1| / taux_n-1 × 100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⚡  Seuil déclencheur : 2 % (configurable via Variable)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📝  Justification du seuil à 2 % :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       • Les paires EUR/USD, EUR/GBP varient de 0,1 % à 1 % / jour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       • Un seuil à 2 % capte les mouvements anormaux sans faux positifs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       • Exemples : crise, annonce macroéconomique, décision de banque centrale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💾  Écriture dans la table rate_alerts (devise, avant, après, écart)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</a:defRPr>
            </a:pPr>
            <a:r>
              <a:t>KPIs &amp; Dashboards Metabase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27432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74320"/>
            <a:ext cx="2286000" cy="3657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  🎤 Orateur 3 — 1 min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t>7/10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📈  Dashboard « Taux de change — Suivi »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       • Courbes individuelles EUR/USD, EUR/GBP, EUR/JPY, EUR/CHF, EUR/AUD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       • Vue superposée pour comparer toutes les paires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       • Bar chart des top variations hebdomadaires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📋  Dashboard « Pipeline — Monitoring »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       • Tableau des 10 derniers logs d'exécution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       • Tableau des alertes de variation déclenchées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🗄️  Vues SQL disponibles :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       • v_last_30d_trend : tendance + variation quotidienne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       • v_top_weekly_variations : top 20 variations absolues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🎯  Questions libres possibles : requêtes SQL personnalisées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</a:defRPr>
            </a:pPr>
            <a:r>
              <a:t>Choix de robustesse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27432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74320"/>
            <a:ext cx="2286000" cy="3657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  🎤 Orateur 3 —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t>8/10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🔄  Retries adaptés par tâche (1 à 2 selon le risque)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⏱️  Timeouts : API (60s), transformations (120s), logs (30s)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🛡️  Chemins nominal ET d'échec :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       • API injoignable → retry → fail tracé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       • Ligne invalide à l'insertion → cimetière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📦  Idempotence : ON CONFLICT DO NOTHING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🔧  Configuration externalisée : Variables Airflow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       (devises, seuils, URL API — sans redéploiement)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📝  Log complet de chaque exécution (pipeline_log)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</a:defRPr>
            </a:pPr>
            <a:r>
              <a:t>Démonstration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2743200" cy="36576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74320"/>
            <a:ext cx="2286000" cy="3657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  🎤 Équipe — 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t>9/10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  <a:r>
              <a:t>1.  Airflow UI — Graph View du DAG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  <a:r>
              <a:t>       Affichage des 7 tâches et de leurs dépendances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  <a:r>
              <a:t>2.  Exécution du pipeline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  <a:r>
              <a:t>       Trigger manuel + suivi en temps réel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  <a:r>
              <a:t>3.  Vérification des données PostgreSQL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  <a:r>
              <a:t>       Tables : exchange_rates, pipeline_log, rate_alerts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  <a:r>
              <a:t>4.  Dashboards Metabase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  <a:r>
              <a:t>       Graphiques d'évolution + monitoring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</a:defRPr>
            </a:pPr>
            <a: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7432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t>10/10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  <a:r>
              <a:t>✅  Pipeline complet et fonctionnel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  <a:r>
              <a:t>✅  Contrôle qualité automatisé (5 dimensions)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  <a:r>
              <a:t>✅  Alertes configurables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  <a:r>
              <a:t>✅  KPIs visuels dans Metabase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  <a:r>
              <a:t>✅  Déploiement Docker sur VPS OVH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</a:defRPr>
            </a:pPr>
            <a:r>
              <a:t>📦  Code source : https://github.com/losangevert/forex-pipeline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5C00"/>
                </a:solidFill>
              </a:defRPr>
            </a:pPr>
            <a:r>
              <a:t>🙋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